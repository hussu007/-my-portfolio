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257" r:id="rId4"/>
    <p:sldId id="266" r:id="rId5"/>
    <p:sldId id="267" r:id="rId6"/>
    <p:sldId id="268" r:id="rId7"/>
    <p:sldId id="258" r:id="rId8"/>
    <p:sldId id="259" r:id="rId9"/>
    <p:sldId id="260" r:id="rId10"/>
    <p:sldId id="271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05350F-5D8C-41F8-A7C9-893F4EF1D844}" v="2" dt="2025-11-05T04:54:53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3" d="100"/>
          <a:sy n="73" d="100"/>
        </p:scale>
        <p:origin x="1622" y="72"/>
      </p:cViewPr>
      <p:guideLst>
        <p:guide orient="horz" pos="2160"/>
        <p:guide pos="291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sh devganiya" userId="802009e355dd79d9" providerId="LiveId" clId="{0634B5B4-E801-438E-BAD1-74110608AFFE}"/>
    <pc:docChg chg="undo custSel modSld">
      <pc:chgData name="akash devganiya" userId="802009e355dd79d9" providerId="LiveId" clId="{0634B5B4-E801-438E-BAD1-74110608AFFE}" dt="2025-11-05T05:10:09.352" v="414" actId="255"/>
      <pc:docMkLst>
        <pc:docMk/>
      </pc:docMkLst>
      <pc:sldChg chg="modSp mod">
        <pc:chgData name="akash devganiya" userId="802009e355dd79d9" providerId="LiveId" clId="{0634B5B4-E801-438E-BAD1-74110608AFFE}" dt="2025-11-05T05:09:58.796" v="413" actId="1076"/>
        <pc:sldMkLst>
          <pc:docMk/>
          <pc:sldMk cId="0" sldId="257"/>
        </pc:sldMkLst>
        <pc:spChg chg="mod">
          <ac:chgData name="akash devganiya" userId="802009e355dd79d9" providerId="LiveId" clId="{0634B5B4-E801-438E-BAD1-74110608AFFE}" dt="2025-11-05T05:09:58.796" v="413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kash devganiya" userId="802009e355dd79d9" providerId="LiveId" clId="{0634B5B4-E801-438E-BAD1-74110608AFFE}" dt="2025-11-05T05:08:07.356" v="398" actId="20577"/>
        <pc:sldMkLst>
          <pc:docMk/>
          <pc:sldMk cId="0" sldId="258"/>
        </pc:sldMkLst>
        <pc:spChg chg="mod">
          <ac:chgData name="akash devganiya" userId="802009e355dd79d9" providerId="LiveId" clId="{0634B5B4-E801-438E-BAD1-74110608AFFE}" dt="2025-11-05T05:08:07.356" v="398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kash devganiya" userId="802009e355dd79d9" providerId="LiveId" clId="{0634B5B4-E801-438E-BAD1-74110608AFFE}" dt="2025-11-05T05:07:00.346" v="295" actId="255"/>
        <pc:sldMkLst>
          <pc:docMk/>
          <pc:sldMk cId="0" sldId="259"/>
        </pc:sldMkLst>
        <pc:spChg chg="mod">
          <ac:chgData name="akash devganiya" userId="802009e355dd79d9" providerId="LiveId" clId="{0634B5B4-E801-438E-BAD1-74110608AFFE}" dt="2025-11-05T05:07:00.346" v="295" actId="255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akash devganiya" userId="802009e355dd79d9" providerId="LiveId" clId="{0634B5B4-E801-438E-BAD1-74110608AFFE}" dt="2025-11-05T05:06:50.826" v="294" actId="27636"/>
        <pc:sldMkLst>
          <pc:docMk/>
          <pc:sldMk cId="0" sldId="260"/>
        </pc:sldMkLst>
        <pc:spChg chg="mod">
          <ac:chgData name="akash devganiya" userId="802009e355dd79d9" providerId="LiveId" clId="{0634B5B4-E801-438E-BAD1-74110608AFFE}" dt="2025-11-05T05:06:50.826" v="294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kash devganiya" userId="802009e355dd79d9" providerId="LiveId" clId="{0634B5B4-E801-438E-BAD1-74110608AFFE}" dt="2025-11-05T05:06:36.011" v="291" actId="255"/>
        <pc:sldMkLst>
          <pc:docMk/>
          <pc:sldMk cId="0" sldId="262"/>
        </pc:sldMkLst>
        <pc:spChg chg="mod">
          <ac:chgData name="akash devganiya" userId="802009e355dd79d9" providerId="LiveId" clId="{0634B5B4-E801-438E-BAD1-74110608AFFE}" dt="2025-11-05T05:06:36.011" v="291" actId="255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kash devganiya" userId="802009e355dd79d9" providerId="LiveId" clId="{0634B5B4-E801-438E-BAD1-74110608AFFE}" dt="2025-11-05T05:06:41.626" v="292" actId="255"/>
        <pc:sldMkLst>
          <pc:docMk/>
          <pc:sldMk cId="0" sldId="263"/>
        </pc:sldMkLst>
        <pc:spChg chg="mod">
          <ac:chgData name="akash devganiya" userId="802009e355dd79d9" providerId="LiveId" clId="{0634B5B4-E801-438E-BAD1-74110608AFFE}" dt="2025-11-05T05:06:41.626" v="292" actId="255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akash devganiya" userId="802009e355dd79d9" providerId="LiveId" clId="{0634B5B4-E801-438E-BAD1-74110608AFFE}" dt="2025-11-05T05:10:09.352" v="414" actId="255"/>
        <pc:sldMkLst>
          <pc:docMk/>
          <pc:sldMk cId="0" sldId="265"/>
        </pc:sldMkLst>
        <pc:spChg chg="mod">
          <ac:chgData name="akash devganiya" userId="802009e355dd79d9" providerId="LiveId" clId="{0634B5B4-E801-438E-BAD1-74110608AFFE}" dt="2025-11-05T05:10:09.352" v="414" actId="255"/>
          <ac:spMkLst>
            <pc:docMk/>
            <pc:sldMk cId="0" sldId="265"/>
            <ac:spMk id="2" creationId="{00000000-0000-0000-0000-000000000000}"/>
          </ac:spMkLst>
        </pc:spChg>
      </pc:sldChg>
      <pc:sldChg chg="modSp mod">
        <pc:chgData name="akash devganiya" userId="802009e355dd79d9" providerId="LiveId" clId="{0634B5B4-E801-438E-BAD1-74110608AFFE}" dt="2025-11-05T05:09:44.599" v="411" actId="255"/>
        <pc:sldMkLst>
          <pc:docMk/>
          <pc:sldMk cId="0" sldId="266"/>
        </pc:sldMkLst>
        <pc:spChg chg="mod">
          <ac:chgData name="akash devganiya" userId="802009e355dd79d9" providerId="LiveId" clId="{0634B5B4-E801-438E-BAD1-74110608AFFE}" dt="2025-11-05T05:09:26.081" v="408" actId="255"/>
          <ac:spMkLst>
            <pc:docMk/>
            <pc:sldMk cId="0" sldId="266"/>
            <ac:spMk id="4" creationId="{00000000-0000-0000-0000-000000000000}"/>
          </ac:spMkLst>
        </pc:spChg>
        <pc:spChg chg="mod">
          <ac:chgData name="akash devganiya" userId="802009e355dd79d9" providerId="LiveId" clId="{0634B5B4-E801-438E-BAD1-74110608AFFE}" dt="2025-11-05T05:09:30.816" v="409" actId="255"/>
          <ac:spMkLst>
            <pc:docMk/>
            <pc:sldMk cId="0" sldId="266"/>
            <ac:spMk id="5" creationId="{00000000-0000-0000-0000-000000000000}"/>
          </ac:spMkLst>
        </pc:spChg>
        <pc:spChg chg="mod">
          <ac:chgData name="akash devganiya" userId="802009e355dd79d9" providerId="LiveId" clId="{0634B5B4-E801-438E-BAD1-74110608AFFE}" dt="2025-11-05T05:09:36.147" v="410" actId="255"/>
          <ac:spMkLst>
            <pc:docMk/>
            <pc:sldMk cId="0" sldId="266"/>
            <ac:spMk id="7" creationId="{00000000-0000-0000-0000-000000000000}"/>
          </ac:spMkLst>
        </pc:spChg>
        <pc:spChg chg="mod">
          <ac:chgData name="akash devganiya" userId="802009e355dd79d9" providerId="LiveId" clId="{0634B5B4-E801-438E-BAD1-74110608AFFE}" dt="2025-11-05T05:09:44.599" v="411" actId="255"/>
          <ac:spMkLst>
            <pc:docMk/>
            <pc:sldMk cId="0" sldId="266"/>
            <ac:spMk id="9" creationId="{00000000-0000-0000-0000-000000000000}"/>
          </ac:spMkLst>
        </pc:spChg>
      </pc:sldChg>
      <pc:sldChg chg="modSp mod">
        <pc:chgData name="akash devganiya" userId="802009e355dd79d9" providerId="LiveId" clId="{0634B5B4-E801-438E-BAD1-74110608AFFE}" dt="2025-11-05T05:09:17.046" v="407" actId="255"/>
        <pc:sldMkLst>
          <pc:docMk/>
          <pc:sldMk cId="0" sldId="267"/>
        </pc:sldMkLst>
        <pc:spChg chg="mod">
          <ac:chgData name="akash devganiya" userId="802009e355dd79d9" providerId="LiveId" clId="{0634B5B4-E801-438E-BAD1-74110608AFFE}" dt="2025-11-05T05:08:52.631" v="403" actId="255"/>
          <ac:spMkLst>
            <pc:docMk/>
            <pc:sldMk cId="0" sldId="267"/>
            <ac:spMk id="3" creationId="{00000000-0000-0000-0000-000000000000}"/>
          </ac:spMkLst>
        </pc:spChg>
        <pc:spChg chg="mod">
          <ac:chgData name="akash devganiya" userId="802009e355dd79d9" providerId="LiveId" clId="{0634B5B4-E801-438E-BAD1-74110608AFFE}" dt="2025-11-05T05:08:58.493" v="404" actId="255"/>
          <ac:spMkLst>
            <pc:docMk/>
            <pc:sldMk cId="0" sldId="267"/>
            <ac:spMk id="4" creationId="{00000000-0000-0000-0000-000000000000}"/>
          </ac:spMkLst>
        </pc:spChg>
        <pc:spChg chg="mod">
          <ac:chgData name="akash devganiya" userId="802009e355dd79d9" providerId="LiveId" clId="{0634B5B4-E801-438E-BAD1-74110608AFFE}" dt="2025-11-05T05:09:05.517" v="405" actId="255"/>
          <ac:spMkLst>
            <pc:docMk/>
            <pc:sldMk cId="0" sldId="267"/>
            <ac:spMk id="5" creationId="{00000000-0000-0000-0000-000000000000}"/>
          </ac:spMkLst>
        </pc:spChg>
        <pc:spChg chg="mod">
          <ac:chgData name="akash devganiya" userId="802009e355dd79d9" providerId="LiveId" clId="{0634B5B4-E801-438E-BAD1-74110608AFFE}" dt="2025-11-05T05:09:11.363" v="406" actId="255"/>
          <ac:spMkLst>
            <pc:docMk/>
            <pc:sldMk cId="0" sldId="267"/>
            <ac:spMk id="6" creationId="{00000000-0000-0000-0000-000000000000}"/>
          </ac:spMkLst>
        </pc:spChg>
        <pc:spChg chg="mod">
          <ac:chgData name="akash devganiya" userId="802009e355dd79d9" providerId="LiveId" clId="{0634B5B4-E801-438E-BAD1-74110608AFFE}" dt="2025-11-05T05:09:17.046" v="407" actId="255"/>
          <ac:spMkLst>
            <pc:docMk/>
            <pc:sldMk cId="0" sldId="267"/>
            <ac:spMk id="7" creationId="{00000000-0000-0000-0000-000000000000}"/>
          </ac:spMkLst>
        </pc:spChg>
        <pc:spChg chg="mod">
          <ac:chgData name="akash devganiya" userId="802009e355dd79d9" providerId="LiveId" clId="{0634B5B4-E801-438E-BAD1-74110608AFFE}" dt="2025-11-05T05:08:46.624" v="402" actId="255"/>
          <ac:spMkLst>
            <pc:docMk/>
            <pc:sldMk cId="0" sldId="267"/>
            <ac:spMk id="8" creationId="{00000000-0000-0000-0000-000000000000}"/>
          </ac:spMkLst>
        </pc:spChg>
      </pc:sldChg>
      <pc:sldChg chg="modSp mod">
        <pc:chgData name="akash devganiya" userId="802009e355dd79d9" providerId="LiveId" clId="{0634B5B4-E801-438E-BAD1-74110608AFFE}" dt="2025-11-05T05:08:39.660" v="401" actId="113"/>
        <pc:sldMkLst>
          <pc:docMk/>
          <pc:sldMk cId="0" sldId="268"/>
        </pc:sldMkLst>
        <pc:spChg chg="mod">
          <ac:chgData name="akash devganiya" userId="802009e355dd79d9" providerId="LiveId" clId="{0634B5B4-E801-438E-BAD1-74110608AFFE}" dt="2025-11-05T05:08:23.317" v="399" actId="255"/>
          <ac:spMkLst>
            <pc:docMk/>
            <pc:sldMk cId="0" sldId="268"/>
            <ac:spMk id="3" creationId="{00000000-0000-0000-0000-000000000000}"/>
          </ac:spMkLst>
        </pc:spChg>
        <pc:spChg chg="mod">
          <ac:chgData name="akash devganiya" userId="802009e355dd79d9" providerId="LiveId" clId="{0634B5B4-E801-438E-BAD1-74110608AFFE}" dt="2025-11-05T05:08:39.660" v="401" actId="113"/>
          <ac:spMkLst>
            <pc:docMk/>
            <pc:sldMk cId="0" sldId="268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888B7-7D77-46C3-816F-5238662D682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BA6BF-A95C-4751-8776-0B431247AC7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BA6BF-A95C-4751-8776-0B431247AC7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BA6BF-A95C-4751-8776-0B431247AC7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66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813" y="653588"/>
            <a:ext cx="7241628" cy="2091559"/>
          </a:xfrm>
        </p:spPr>
        <p:txBody>
          <a:bodyPr/>
          <a:lstStyle/>
          <a:p>
            <a:r>
              <a:rPr u="sng" dirty="0">
                <a:latin typeface="Bodoni MT" panose="02070603080606020203" pitchFamily="18" charset="0"/>
              </a:rPr>
              <a:t>Web Designing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7144" y="3277869"/>
            <a:ext cx="7041931" cy="3720663"/>
          </a:xfrm>
        </p:spPr>
        <p:txBody>
          <a:bodyPr>
            <a:normAutofit/>
          </a:bodyPr>
          <a:lstStyle/>
          <a:p>
            <a:r>
              <a:rPr lang="en-US" sz="3200" b="1" i="1" u="sng" dirty="0">
                <a:solidFill>
                  <a:schemeClr val="tx1"/>
                </a:solidFill>
              </a:rPr>
              <a:t>Project : Personal Information Website</a:t>
            </a:r>
          </a:p>
          <a:p>
            <a:endParaRPr 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16016" y="4279265"/>
            <a:ext cx="5969874" cy="1414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Guided By: Ms. Ketana Tandel </a:t>
            </a:r>
          </a:p>
          <a:p>
            <a:endParaRPr lang="en-US" b="1" dirty="0"/>
          </a:p>
          <a:p>
            <a:pPr algn="ctr"/>
            <a:r>
              <a:rPr lang="en-US" dirty="0"/>
              <a:t> </a:t>
            </a:r>
            <a:r>
              <a:rPr lang="en-US" altLang="en-US" b="1" dirty="0">
                <a:sym typeface="+mn-ea"/>
              </a:rPr>
              <a:t>Assistant Professor</a:t>
            </a:r>
            <a:endParaRPr lang="en-US" altLang="en-US" dirty="0">
              <a:sym typeface="+mn-ea"/>
            </a:endParaRPr>
          </a:p>
          <a:p>
            <a:endParaRPr lang="en-US" dirty="0"/>
          </a:p>
        </p:txBody>
      </p:sp>
      <p:pic>
        <p:nvPicPr>
          <p:cNvPr id="4" name="Picture 3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285" y="99060"/>
            <a:ext cx="1715135" cy="1546860"/>
          </a:xfrm>
          <a:prstGeom prst="rect">
            <a:avLst/>
          </a:prstGeom>
        </p:spPr>
      </p:pic>
      <p:pic>
        <p:nvPicPr>
          <p:cNvPr id="8" name="Picture 7" descr="images-removebg-pre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1555" y="-173990"/>
            <a:ext cx="1629410" cy="16294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751" y="1905506"/>
            <a:ext cx="4669868" cy="27699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  <a:cs typeface="Calibri" panose="020F0502020204030204" pitchFamily="34" charset="0"/>
              </a:rPr>
              <a:t>Name : Devganiya Akash </a:t>
            </a:r>
            <a:r>
              <a:rPr lang="en-US" dirty="0" err="1">
                <a:latin typeface="Bookman Old Style" panose="02050604050505020204" pitchFamily="18" charset="0"/>
                <a:cs typeface="Calibri" panose="020F0502020204030204" pitchFamily="34" charset="0"/>
              </a:rPr>
              <a:t>Keshavbhai</a:t>
            </a:r>
            <a:endParaRPr lang="en-US" dirty="0"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 marL="342900" indent="-342900"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endParaRPr lang="en-US" dirty="0"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  <a:cs typeface="Calibri" panose="020F0502020204030204" pitchFamily="34" charset="0"/>
              </a:rPr>
              <a:t>EN No : 202302100710015</a:t>
            </a:r>
          </a:p>
          <a:p>
            <a:pPr marL="342900" indent="-342900"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endParaRPr lang="en-US" dirty="0"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 marL="285750" indent="-285750"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Diploma (5th IT) , CGPIT </a:t>
            </a:r>
          </a:p>
          <a:p>
            <a:pPr marL="342900" indent="-342900"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Bookman Old Style" panose="02050604050505020204" pitchFamily="18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Bookman Old Style" panose="0205060405050502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37792" y="721088"/>
            <a:ext cx="36794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latin typeface="Bodoni MT" panose="02070603080606020203" pitchFamily="18" charset="0"/>
                <a:cs typeface="Calibri" panose="020F0502020204030204" pitchFamily="34" charset="0"/>
              </a:rPr>
              <a:t>Prepared By</a:t>
            </a:r>
            <a:endParaRPr lang="en-US" sz="4000" u="sng" dirty="0">
              <a:latin typeface="Bodoni MT" panose="020706030806060202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225971"/>
            <a:ext cx="7704667" cy="1981200"/>
          </a:xfrm>
        </p:spPr>
        <p:txBody>
          <a:bodyPr>
            <a:normAutofit/>
          </a:bodyPr>
          <a:lstStyle/>
          <a:p>
            <a:r>
              <a:rPr u="sng" dirty="0">
                <a:latin typeface="Bodoni MT" panose="02070603080606020203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4308" y="1910256"/>
            <a:ext cx="7704667" cy="3332816"/>
          </a:xfrm>
        </p:spPr>
        <p:txBody>
          <a:bodyPr>
            <a:normAutofit fontScale="25000" lnSpcReduction="20000"/>
          </a:bodyPr>
          <a:lstStyle/>
          <a:p>
            <a:pPr>
              <a:buClr>
                <a:srgbClr val="00B0F0"/>
              </a:buClr>
            </a:pPr>
            <a:endParaRPr dirty="0"/>
          </a:p>
          <a:p>
            <a:pPr>
              <a:lnSpc>
                <a:spcPct val="170000"/>
              </a:lnSpc>
              <a:buClr>
                <a:srgbClr val="00B0F0"/>
              </a:buClr>
            </a:pPr>
            <a:r>
              <a:rPr lang="en-US" sz="7200" dirty="0">
                <a:latin typeface="Bookman Old Style" panose="02050604050505020204" pitchFamily="18" charset="0"/>
              </a:rPr>
              <a:t>Company Profile</a:t>
            </a:r>
          </a:p>
          <a:p>
            <a:pPr>
              <a:lnSpc>
                <a:spcPct val="170000"/>
              </a:lnSpc>
              <a:buClr>
                <a:srgbClr val="00B0F0"/>
              </a:buClr>
            </a:pPr>
            <a:r>
              <a:rPr lang="en-US" sz="7200" dirty="0">
                <a:latin typeface="Bookman Old Style" panose="02050604050505020204" pitchFamily="18" charset="0"/>
              </a:rPr>
              <a:t>Timeline (Week by Week)</a:t>
            </a:r>
          </a:p>
          <a:p>
            <a:pPr>
              <a:lnSpc>
                <a:spcPct val="170000"/>
              </a:lnSpc>
              <a:buClr>
                <a:srgbClr val="00B0F0"/>
              </a:buClr>
            </a:pPr>
            <a:r>
              <a:rPr lang="en-US" sz="7200" dirty="0">
                <a:latin typeface="Bookman Old Style" panose="02050604050505020204" pitchFamily="18" charset="0"/>
              </a:rPr>
              <a:t>References</a:t>
            </a:r>
          </a:p>
          <a:p>
            <a:pPr>
              <a:lnSpc>
                <a:spcPct val="170000"/>
              </a:lnSpc>
              <a:buClr>
                <a:srgbClr val="00B0F0"/>
              </a:buClr>
            </a:pPr>
            <a:r>
              <a:rPr lang="en-US" sz="7200" dirty="0">
                <a:latin typeface="Bookman Old Style" panose="02050604050505020204" pitchFamily="18" charset="0"/>
              </a:rPr>
              <a:t>Introduction</a:t>
            </a:r>
            <a:endParaRPr sz="7200" dirty="0">
              <a:latin typeface="Bookman Old Style" panose="02050604050505020204" pitchFamily="18" charset="0"/>
            </a:endParaRPr>
          </a:p>
          <a:p>
            <a:pPr>
              <a:lnSpc>
                <a:spcPct val="170000"/>
              </a:lnSpc>
              <a:buClr>
                <a:srgbClr val="00B0F0"/>
              </a:buClr>
            </a:pPr>
            <a:r>
              <a:rPr sz="7200" dirty="0">
                <a:latin typeface="Bookman Old Style" panose="02050604050505020204" pitchFamily="18" charset="0"/>
              </a:rPr>
              <a:t>Platform</a:t>
            </a:r>
          </a:p>
          <a:p>
            <a:pPr>
              <a:lnSpc>
                <a:spcPct val="170000"/>
              </a:lnSpc>
              <a:buClr>
                <a:srgbClr val="00B0F0"/>
              </a:buClr>
            </a:pPr>
            <a:r>
              <a:rPr sz="7200" dirty="0">
                <a:latin typeface="Bookman Old Style" panose="02050604050505020204" pitchFamily="18" charset="0"/>
              </a:rPr>
              <a:t>Website Features</a:t>
            </a:r>
          </a:p>
          <a:p>
            <a:pPr>
              <a:lnSpc>
                <a:spcPct val="170000"/>
              </a:lnSpc>
              <a:buClr>
                <a:srgbClr val="00B0F0"/>
              </a:buClr>
            </a:pPr>
            <a:r>
              <a:rPr sz="7200" dirty="0">
                <a:latin typeface="Bookman Old Style" panose="02050604050505020204" pitchFamily="18" charset="0"/>
              </a:rPr>
              <a:t>Implementation</a:t>
            </a:r>
            <a:endParaRPr lang="en-US" sz="7200" dirty="0">
              <a:latin typeface="Bookman Old Style" panose="02050604050505020204" pitchFamily="18" charset="0"/>
            </a:endParaRPr>
          </a:p>
          <a:p>
            <a:pPr>
              <a:lnSpc>
                <a:spcPct val="170000"/>
              </a:lnSpc>
              <a:buClr>
                <a:srgbClr val="00B0F0"/>
              </a:buClr>
            </a:pPr>
            <a:r>
              <a:rPr sz="7200" dirty="0">
                <a:latin typeface="Bookman Old Style" panose="02050604050505020204" pitchFamily="18" charset="0"/>
              </a:rPr>
              <a:t>Pages &amp; Sections</a:t>
            </a:r>
          </a:p>
          <a:p>
            <a:pPr>
              <a:lnSpc>
                <a:spcPct val="170000"/>
              </a:lnSpc>
              <a:buClr>
                <a:srgbClr val="00B0F0"/>
              </a:buClr>
            </a:pPr>
            <a:r>
              <a:rPr sz="7200" dirty="0">
                <a:latin typeface="Bookman Old Style" panose="020506040505050202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90496" y="563991"/>
            <a:ext cx="49346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latin typeface="Bodoni MT" panose="02070603080606020203" pitchFamily="18" charset="0"/>
              </a:rPr>
              <a:t>Company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7670" y="1853302"/>
            <a:ext cx="6421820" cy="46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u="sng" dirty="0">
                <a:latin typeface="Bookman Old Style" panose="02050604050505020204" pitchFamily="18" charset="0"/>
              </a:rPr>
              <a:t>Company Name </a:t>
            </a:r>
            <a:r>
              <a:rPr lang="en-US" dirty="0">
                <a:latin typeface="Bookman Old Style" panose="02050604050505020204" pitchFamily="18" charset="0"/>
              </a:rPr>
              <a:t>: Varni Infotech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7670" y="2351782"/>
            <a:ext cx="7788164" cy="1707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u="sng" dirty="0">
                <a:latin typeface="Bookman Old Style" panose="02050604050505020204" pitchFamily="18" charset="0"/>
              </a:rPr>
              <a:t>Location</a:t>
            </a:r>
            <a:r>
              <a:rPr lang="en-US" dirty="0">
                <a:latin typeface="Bookman Old Style" panose="02050604050505020204" pitchFamily="18" charset="0"/>
              </a:rPr>
              <a:t> :204, 2nd floor, J 9 Centre,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                      bazar, opp. Income tax office,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                      near start, </a:t>
            </a:r>
            <a:r>
              <a:rPr lang="en-US" dirty="0" err="1">
                <a:latin typeface="Bookman Old Style" panose="02050604050505020204" pitchFamily="18" charset="0"/>
              </a:rPr>
              <a:t>Adajan</a:t>
            </a:r>
            <a:r>
              <a:rPr lang="en-US" dirty="0">
                <a:latin typeface="Bookman Old Style" panose="02050604050505020204" pitchFamily="18" charset="0"/>
              </a:rPr>
              <a:t> Gam,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                      </a:t>
            </a:r>
            <a:r>
              <a:rPr lang="en-US" dirty="0" err="1">
                <a:latin typeface="Bookman Old Style" panose="02050604050505020204" pitchFamily="18" charset="0"/>
              </a:rPr>
              <a:t>Adajan</a:t>
            </a:r>
            <a:r>
              <a:rPr lang="en-US" dirty="0">
                <a:latin typeface="Bookman Old Style" panose="02050604050505020204" pitchFamily="18" charset="0"/>
              </a:rPr>
              <a:t>, Surat, Gujarat 395009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7670" y="3958257"/>
            <a:ext cx="7788164" cy="1291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dirty="0">
                <a:latin typeface="Bookman Old Style" panose="02050604050505020204" pitchFamily="18" charset="0"/>
              </a:rPr>
              <a:t> </a:t>
            </a:r>
            <a:r>
              <a:rPr lang="en-US" u="sng" dirty="0">
                <a:latin typeface="Bookman Old Style" panose="02050604050505020204" pitchFamily="18" charset="0"/>
              </a:rPr>
              <a:t>Core Services </a:t>
            </a:r>
            <a:r>
              <a:rPr lang="en-US" dirty="0">
                <a:latin typeface="Bookman Old Style" panose="02050604050505020204" pitchFamily="18" charset="0"/>
              </a:rPr>
              <a:t>: Web Design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                             Web Development,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                             E-Commerce Development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7670" y="5250255"/>
            <a:ext cx="4371710" cy="46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u="sng" dirty="0">
                <a:latin typeface="Bookman Old Style" panose="02050604050505020204" pitchFamily="18" charset="0"/>
              </a:rPr>
              <a:t>Visit</a:t>
            </a:r>
            <a:r>
              <a:rPr lang="en-US" dirty="0">
                <a:latin typeface="Bookman Old Style" panose="02050604050505020204" pitchFamily="18" charset="0"/>
              </a:rPr>
              <a:t> : https://varniinfotech.net/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40968" y="357354"/>
            <a:ext cx="56620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u="sng" dirty="0">
                <a:latin typeface="Bodoni MT" panose="02070603080606020203" pitchFamily="18" charset="0"/>
              </a:rPr>
              <a:t>Timeline (Week by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1752" y="1950347"/>
            <a:ext cx="5096267" cy="46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u="sng" dirty="0">
                <a:latin typeface="Bookman Old Style" panose="02050604050505020204" pitchFamily="18" charset="0"/>
              </a:rPr>
              <a:t>Week 1 </a:t>
            </a:r>
            <a:r>
              <a:rPr lang="en-US" dirty="0">
                <a:latin typeface="Bookman Old Style" panose="02050604050505020204" pitchFamily="18" charset="0"/>
              </a:rPr>
              <a:t>: Learn HTML From W3Schools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71750" y="2628945"/>
            <a:ext cx="6718507" cy="46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u="sng" dirty="0">
                <a:latin typeface="Bookman Old Style" panose="02050604050505020204" pitchFamily="18" charset="0"/>
              </a:rPr>
              <a:t>Week 2</a:t>
            </a:r>
            <a:r>
              <a:rPr lang="en-US" dirty="0">
                <a:latin typeface="Bookman Old Style" panose="02050604050505020204" pitchFamily="18" charset="0"/>
              </a:rPr>
              <a:t> : Learn CSS </a:t>
            </a:r>
            <a:r>
              <a:rPr lang="en-US" dirty="0">
                <a:latin typeface="Bookman Old Style" panose="02050604050505020204" pitchFamily="18" charset="0"/>
                <a:sym typeface="+mn-ea"/>
              </a:rPr>
              <a:t>From W3Schools</a:t>
            </a:r>
            <a:r>
              <a:rPr lang="en-US" dirty="0">
                <a:latin typeface="Bookman Old Style" panose="02050604050505020204" pitchFamily="18" charset="0"/>
              </a:rPr>
              <a:t>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1750" y="3383871"/>
            <a:ext cx="7651531" cy="876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u="sng" dirty="0">
                <a:latin typeface="Bookman Old Style" panose="02050604050505020204" pitchFamily="18" charset="0"/>
              </a:rPr>
              <a:t>Week 3</a:t>
            </a:r>
            <a:r>
              <a:rPr lang="en-US" dirty="0">
                <a:latin typeface="Bookman Old Style" panose="02050604050505020204" pitchFamily="18" charset="0"/>
              </a:rPr>
              <a:t> : Created Resume With The Help Of    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                   HTML and CSS.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1750" y="4288519"/>
            <a:ext cx="7977351" cy="876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u="sng" dirty="0">
                <a:latin typeface="Bookman Old Style" panose="02050604050505020204" pitchFamily="18" charset="0"/>
              </a:rPr>
              <a:t>Week 4</a:t>
            </a:r>
            <a:r>
              <a:rPr lang="en-US" dirty="0">
                <a:latin typeface="Bookman Old Style" panose="02050604050505020204" pitchFamily="18" charset="0"/>
              </a:rPr>
              <a:t> : Created My Own Information Web Pages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                  Using HTML.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1751" y="5186236"/>
            <a:ext cx="806143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u="sng" dirty="0">
                <a:latin typeface="Bookman Old Style" panose="02050604050505020204" pitchFamily="18" charset="0"/>
              </a:rPr>
              <a:t>Week 5 </a:t>
            </a:r>
            <a:r>
              <a:rPr lang="en-US" dirty="0">
                <a:latin typeface="Bookman Old Style" panose="02050604050505020204" pitchFamily="18" charset="0"/>
              </a:rPr>
              <a:t>: Added CSS Animations And Responsive 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                  Design To Web Pages And Complete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                  Internship</a:t>
            </a:r>
          </a:p>
          <a:p>
            <a:endParaRPr lang="en-US" sz="2400" dirty="0">
              <a:latin typeface="Bookman Old Style" panose="020506040505050202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71752" y="1235392"/>
            <a:ext cx="5346720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u="sng" dirty="0"/>
              <a:t>Duration</a:t>
            </a:r>
            <a:r>
              <a:rPr lang="en-US" dirty="0"/>
              <a:t> : 5  Weeks (5</a:t>
            </a:r>
            <a:r>
              <a:rPr lang="en-US" baseline="30000" dirty="0"/>
              <a:t>th</a:t>
            </a:r>
            <a:r>
              <a:rPr lang="en-US" dirty="0"/>
              <a:t> May 2025 TO 6</a:t>
            </a:r>
            <a:r>
              <a:rPr lang="en-US" baseline="30000" dirty="0"/>
              <a:t>th</a:t>
            </a:r>
            <a:r>
              <a:rPr lang="en-US" dirty="0"/>
              <a:t> June 2025)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0026" y="693683"/>
            <a:ext cx="24575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u="sng" dirty="0">
                <a:latin typeface="Bodoni MT" panose="02070603080606020203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61242" y="1975945"/>
            <a:ext cx="7998372" cy="46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u="sng" dirty="0">
                <a:latin typeface="Bookman Old Style" panose="02050604050505020204" pitchFamily="18" charset="0"/>
              </a:rPr>
              <a:t>Learning Technologies From</a:t>
            </a:r>
            <a:r>
              <a:rPr lang="en-US" dirty="0">
                <a:latin typeface="Bookman Old Style" panose="02050604050505020204" pitchFamily="18" charset="0"/>
              </a:rPr>
              <a:t> : W3Schools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1242" y="2602008"/>
            <a:ext cx="8282151" cy="2125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B0F0"/>
              </a:buClr>
              <a:buSzPct val="145000"/>
              <a:buFont typeface="Arial" panose="020B0604020202020204" pitchFamily="34" charset="0"/>
              <a:buChar char="•"/>
            </a:pPr>
            <a:r>
              <a:rPr lang="en-US" u="sng" dirty="0">
                <a:latin typeface="Bookman Old Style" panose="02050604050505020204" pitchFamily="18" charset="0"/>
              </a:rPr>
              <a:t>W3Schools</a:t>
            </a:r>
            <a:r>
              <a:rPr lang="en-US" dirty="0">
                <a:latin typeface="Bookman Old Style" panose="02050604050505020204" pitchFamily="18" charset="0"/>
              </a:rPr>
              <a:t> : W3Schools is a popular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                        online platform that  provides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                        web development tutorials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                        and references for various 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                        web technologies</a:t>
            </a:r>
            <a:r>
              <a:rPr lang="en-US" dirty="0"/>
              <a:t>. 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u="sng" dirty="0">
                <a:latin typeface="Bodoni MT" panose="02070603080606020203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4891" y="1447801"/>
            <a:ext cx="7704667" cy="3332816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Topic: Web Designing</a:t>
            </a:r>
          </a:p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Aim: To create a modern, responsive multi-page personal</a:t>
            </a:r>
            <a:endParaRPr lang="en-US" sz="1800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Clr>
                <a:srgbClr val="00B0F0"/>
              </a:buClr>
              <a:buNone/>
            </a:pPr>
            <a:r>
              <a:rPr lang="en-US" sz="1800" dirty="0">
                <a:latin typeface="Bookman Old Style" panose="02050604050505020204" pitchFamily="18" charset="0"/>
              </a:rPr>
              <a:t>      </a:t>
            </a:r>
            <a:r>
              <a:rPr sz="1800" dirty="0">
                <a:latin typeface="Bookman Old Style" panose="02050604050505020204" pitchFamily="18" charset="0"/>
              </a:rPr>
              <a:t> </a:t>
            </a:r>
            <a:r>
              <a:rPr lang="en-US" sz="1800" dirty="0">
                <a:latin typeface="Bookman Old Style" panose="02050604050505020204" pitchFamily="18" charset="0"/>
              </a:rPr>
              <a:t>     </a:t>
            </a:r>
            <a:r>
              <a:rPr sz="1800" dirty="0">
                <a:latin typeface="Bookman Old Style" panose="02050604050505020204" pitchFamily="18" charset="0"/>
              </a:rPr>
              <a:t>informatio</a:t>
            </a:r>
            <a:r>
              <a:rPr lang="en-US" sz="1800" dirty="0">
                <a:latin typeface="Bookman Old Style" panose="02050604050505020204" pitchFamily="18" charset="0"/>
              </a:rPr>
              <a:t>n </a:t>
            </a:r>
            <a:r>
              <a:rPr sz="1800" dirty="0">
                <a:latin typeface="Bookman Old Style" panose="02050604050505020204" pitchFamily="18" charset="0"/>
              </a:rPr>
              <a:t>website using only HTML &amp; CSS.</a:t>
            </a:r>
          </a:p>
          <a:p>
            <a:pPr algn="just"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Focus: Personal branding, portfolio showcase, easy navigation, </a:t>
            </a:r>
            <a:r>
              <a:rPr lang="en-US" sz="1800" dirty="0">
                <a:latin typeface="Bookman Old Style" panose="02050604050505020204" pitchFamily="18" charset="0"/>
              </a:rPr>
              <a:t>  </a:t>
            </a:r>
          </a:p>
          <a:p>
            <a:pPr marL="0" indent="0" algn="just">
              <a:lnSpc>
                <a:spcPct val="150000"/>
              </a:lnSpc>
              <a:buClr>
                <a:srgbClr val="00B0F0"/>
              </a:buClr>
              <a:buNone/>
            </a:pPr>
            <a:r>
              <a:rPr lang="en-US" sz="1800" dirty="0">
                <a:latin typeface="Bookman Old Style" panose="02050604050505020204" pitchFamily="18" charset="0"/>
              </a:rPr>
              <a:t>               </a:t>
            </a:r>
            <a:r>
              <a:rPr sz="1800" dirty="0">
                <a:latin typeface="Bookman Old Style" panose="02050604050505020204" pitchFamily="18" charset="0"/>
              </a:rPr>
              <a:t>ele</a:t>
            </a:r>
            <a:r>
              <a:rPr lang="en-US" sz="1800" dirty="0">
                <a:latin typeface="Bookman Old Style" panose="02050604050505020204" pitchFamily="18" charset="0"/>
              </a:rPr>
              <a:t>gant styling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u="sng" dirty="0">
                <a:latin typeface="Bodoni MT" panose="02070603080606020203" pitchFamily="18" charset="0"/>
              </a:rPr>
              <a:t>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0147" y="1447801"/>
            <a:ext cx="7704667" cy="3332816"/>
          </a:xfrm>
        </p:spPr>
        <p:txBody>
          <a:bodyPr/>
          <a:lstStyle/>
          <a:p>
            <a:endParaRPr dirty="0"/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Code Editor: Visual Studio Code</a:t>
            </a:r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Languages Used: HTML &amp; CSS only</a:t>
            </a:r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Tools: Live Server, Google Fonts, Font Awesome</a:t>
            </a:r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Other: Responsive Design, CSS Animations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u="sng" dirty="0">
                <a:latin typeface="Bodoni MT" panose="02070603080606020203" pitchFamily="18" charset="0"/>
              </a:rPr>
              <a:t>Website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4890" y="1762592"/>
            <a:ext cx="7704667" cy="3332816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Modern hero section </a:t>
            </a:r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Sticky header with logo and navbar</a:t>
            </a:r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Sections: Home, About, Info, Contact</a:t>
            </a:r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Resume link &amp; Hire Me button</a:t>
            </a:r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Smooth scroll &amp; fade-in animations</a:t>
            </a:r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Fully responsive layout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563" y="-390524"/>
            <a:ext cx="7704667" cy="1981200"/>
          </a:xfrm>
        </p:spPr>
        <p:txBody>
          <a:bodyPr/>
          <a:lstStyle/>
          <a:p>
            <a:r>
              <a:rPr u="sng" dirty="0">
                <a:latin typeface="Bodoni MT" panose="02070603080606020203" pitchFamily="18" charset="0"/>
                <a:sym typeface="+mn-ea"/>
              </a:rPr>
              <a:t>Implementation</a:t>
            </a:r>
            <a:endParaRPr lang="en-US"/>
          </a:p>
        </p:txBody>
      </p:sp>
      <p:pic>
        <p:nvPicPr>
          <p:cNvPr id="3" name="Picture 2" descr="Screenshot 2025-09-19 1159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63" y="2374320"/>
            <a:ext cx="1779592" cy="252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D333AF-E5CA-3F19-D0F7-7520393FA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566" y="1239203"/>
            <a:ext cx="5539664" cy="8877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C172C8-EF7F-2511-C538-B19049305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565" y="2500953"/>
            <a:ext cx="2838949" cy="16288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BD2104-FA56-BE3C-47C2-3A81AEDFF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446" y="2481406"/>
            <a:ext cx="2915085" cy="16484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2EA559-820E-E615-B7AF-2F19DFC11B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5431" y="4352972"/>
            <a:ext cx="2915083" cy="1648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C6E90C-E7E4-3F15-61B7-F46B212EEB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446" y="4352972"/>
            <a:ext cx="2915084" cy="16484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u="sng" dirty="0">
                <a:latin typeface="Bodoni MT" panose="02070603080606020203" pitchFamily="18" charset="0"/>
              </a:rPr>
              <a:t>Pages</a:t>
            </a:r>
            <a:r>
              <a:rPr dirty="0">
                <a:latin typeface="Bodoni MT" panose="02070603080606020203" pitchFamily="18" charset="0"/>
              </a:rPr>
              <a:t> &amp; </a:t>
            </a:r>
            <a:r>
              <a:rPr u="sng" dirty="0">
                <a:latin typeface="Bodoni MT" panose="02070603080606020203" pitchFamily="18" charset="0"/>
              </a:rPr>
              <a:t>Sections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3871" y="1762592"/>
            <a:ext cx="7704667" cy="3332816"/>
          </a:xfrm>
        </p:spPr>
        <p:txBody>
          <a:bodyPr/>
          <a:lstStyle/>
          <a:p>
            <a:endParaRPr dirty="0"/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Home: Intro, tagline, skills</a:t>
            </a:r>
            <a:r>
              <a:rPr lang="en-US" sz="1800" dirty="0">
                <a:latin typeface="Bookman Old Style" panose="02050604050505020204" pitchFamily="18" charset="0"/>
              </a:rPr>
              <a:t> etc..</a:t>
            </a:r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lang="en-US" sz="1800" dirty="0">
                <a:latin typeface="Bookman Old Style" panose="02050604050505020204" pitchFamily="18" charset="0"/>
              </a:rPr>
              <a:t>A</a:t>
            </a:r>
            <a:r>
              <a:rPr sz="1800" dirty="0">
                <a:latin typeface="Bookman Old Style" panose="02050604050505020204" pitchFamily="18" charset="0"/>
              </a:rPr>
              <a:t>bout: Bio, education, career goal</a:t>
            </a:r>
            <a:r>
              <a:rPr lang="en-US" sz="1800" dirty="0">
                <a:latin typeface="Bookman Old Style" panose="02050604050505020204" pitchFamily="18" charset="0"/>
              </a:rPr>
              <a:t> etc..</a:t>
            </a:r>
            <a:endParaRPr sz="18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Personal Info: DOB, gender, nationality</a:t>
            </a:r>
            <a:r>
              <a:rPr lang="en-US" sz="1800" dirty="0">
                <a:latin typeface="Bookman Old Style" panose="02050604050505020204" pitchFamily="18" charset="0"/>
              </a:rPr>
              <a:t> etc..</a:t>
            </a:r>
            <a:endParaRPr sz="18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Contact: Email, phone, location</a:t>
            </a:r>
            <a:r>
              <a:rPr lang="en-US" sz="1800" dirty="0">
                <a:latin typeface="Bookman Old Style" panose="02050604050505020204" pitchFamily="18" charset="0"/>
              </a:rPr>
              <a:t> etc..</a:t>
            </a:r>
            <a:endParaRPr sz="18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Extra: Resume, Hire Me CTA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u="sng" dirty="0">
                <a:latin typeface="Bodoni MT" panose="02070603080606020203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3870" y="1447801"/>
            <a:ext cx="7704667" cy="3332816"/>
          </a:xfrm>
        </p:spPr>
        <p:txBody>
          <a:bodyPr/>
          <a:lstStyle/>
          <a:p>
            <a:endParaRPr dirty="0"/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Built a real website with pure HTML &amp; CSS.</a:t>
            </a:r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Improved design, layout &amp; responsive coding skills.</a:t>
            </a:r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Showcases personal &amp; professional details online.</a:t>
            </a:r>
          </a:p>
          <a:p>
            <a:pPr>
              <a:lnSpc>
                <a:spcPct val="150000"/>
              </a:lnSpc>
              <a:buClr>
                <a:srgbClr val="00B0F0"/>
              </a:buClr>
            </a:pPr>
            <a:r>
              <a:rPr sz="1800" dirty="0">
                <a:latin typeface="Bookman Old Style" panose="02050604050505020204" pitchFamily="18" charset="0"/>
              </a:rPr>
              <a:t>Useful for future portfolio and career.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6031569"/>
          </a:xfrm>
        </p:spPr>
        <p:txBody>
          <a:bodyPr>
            <a:normAutofit/>
          </a:bodyPr>
          <a:lstStyle/>
          <a:p>
            <a:r>
              <a:rPr lang="en-US" sz="9600" b="1" dirty="0" err="1">
                <a:latin typeface="Arial Rounded MT Bold" panose="020F0704030504030204" pitchFamily="34" charset="0"/>
              </a:rPr>
              <a:t>ThankYou</a:t>
            </a:r>
            <a:endParaRPr sz="9600" b="1" dirty="0">
              <a:latin typeface="Arial Rounded MT Bold" panose="020F0704030504030204" pitchFamily="34" charset="0"/>
            </a:endParaRPr>
          </a:p>
        </p:txBody>
      </p:sp>
      <p:pic>
        <p:nvPicPr>
          <p:cNvPr id="9" name="Content Placeholder 8" descr="Angel face with solid fill with solid fil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1172" y="2971800"/>
            <a:ext cx="914400" cy="914400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40</TotalTime>
  <Words>416</Words>
  <Application>Microsoft Office PowerPoint</Application>
  <PresentationFormat>On-screen Show (4:3)</PresentationFormat>
  <Paragraphs>90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Rounded MT Bold</vt:lpstr>
      <vt:lpstr>Bodoni MT</vt:lpstr>
      <vt:lpstr>Bookman Old Style</vt:lpstr>
      <vt:lpstr>Calibri</vt:lpstr>
      <vt:lpstr>Corbel</vt:lpstr>
      <vt:lpstr>Parallax</vt:lpstr>
      <vt:lpstr>Web Designing</vt:lpstr>
      <vt:lpstr>PowerPoint Presentation</vt:lpstr>
      <vt:lpstr>Outline</vt:lpstr>
      <vt:lpstr>PowerPoint Presentation</vt:lpstr>
      <vt:lpstr>PowerPoint Presentation</vt:lpstr>
      <vt:lpstr>PowerPoint Presentation</vt:lpstr>
      <vt:lpstr>Introduction</vt:lpstr>
      <vt:lpstr>Platform</vt:lpstr>
      <vt:lpstr>Website Features</vt:lpstr>
      <vt:lpstr>Implementation</vt:lpstr>
      <vt:lpstr>Pages &amp; Sections</vt:lpstr>
      <vt:lpstr>Conclusion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akash devganiya</cp:lastModifiedBy>
  <cp:revision>14</cp:revision>
  <dcterms:created xsi:type="dcterms:W3CDTF">2013-01-27T09:14:00Z</dcterms:created>
  <dcterms:modified xsi:type="dcterms:W3CDTF">2025-11-05T05:10:14Z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EB816ACDA8CA474B9B9D44BF7ABE895F_12</vt:lpwstr>
  </property>
  <property fmtid="{D5CDD505-2E9C-101B-9397-08002B2CF9AE}" pid="3" name="KSOProductBuildVer">
    <vt:lpwstr>1033-12.2.0.22549</vt:lpwstr>
  </property>
</Properties>
</file>